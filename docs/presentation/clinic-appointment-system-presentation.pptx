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D:\Documents\Github\clinic-appointment-system\docs\presentation/calend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88" y="134736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Appointment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Capstone Project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Spring Boot  ·  MongoDB Atlas  ·  JWT Authentication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Full-Stack AI Capstone  ·  Domain 3.3 - Appointment Booking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clinic appointment the old way is friction-heavy for everyone involved.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5" name="Image 0" descr="D:\Documents\Github\clinic-appointment-system\docs\presentation/cros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22142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130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booking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441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wait on hold; no visibility into real-time availability.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9" name="Image 1" descr="D:\Documents\Github\clinic-appointment-system\docs\presentation/cros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26578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821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double-booking risk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4930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can accidentally book the same slot twice.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13" name="Image 2" descr="D:\Documents\Github\clinic-appointment-system\docs\presentation/cros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31734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233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history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544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cannot see or cancel their own upcoming visits.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720840" y="1234440"/>
            <a:ext cx="4937760" cy="4846320"/>
          </a:xfrm>
          <a:prstGeom prst="roundRect">
            <a:avLst>
              <a:gd name="adj" fmla="val 2264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5400000">
              <a:srgbClr val="9BB8B5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8660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D:\Documents\Github\clinic-appointment-system\docs\presentation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149" y="2196389"/>
            <a:ext cx="270662" cy="2706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35240" y="2167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booking, 24/7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086600" y="2926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D:\Documents\Github\clinic-appointment-system\docs\presentation/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2973629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35240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double-booking prevention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086600" y="3703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5" descr="D:\Documents\Github\clinic-appointment-system\docs\presentation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149" y="3750869"/>
            <a:ext cx="270662" cy="27066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35240" y="3721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patient / admin experience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7086600" y="4480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6" descr="D:\Documents\Github\clinic-appointment-system\docs\presentation/che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149" y="4528109"/>
            <a:ext cx="270662" cy="27066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35240" y="4498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dashboard with real usage data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4460" y="18745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D:\Documents\Github\clinic-appointment-system\docs\presentation/reac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1445" y="19815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5800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React Router, Context API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5544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1668" y="1874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D:\Documents\Github\clinic-appointment-system\docs\presentation/sprin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653" y="198150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93008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93008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Repositories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63056" y="15544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08876" y="18745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D:\Documents\Github\clinic-appointment-system\docs\presentation/mongodb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1981505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00216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300216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Cloud-hosted, document model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970264" y="15544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16084" y="1874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3" descr="D:\Documents\Github\clinic-appointment-system\docs\presentation/lo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069" y="1981505"/>
            <a:ext cx="608990" cy="6089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07424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107424" y="3127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107424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auth, role-based access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548640" y="4709160"/>
            <a:ext cx="242316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709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2971800" y="470916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3355848" y="4709160"/>
            <a:ext cx="242316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2" name="Text 26"/>
          <p:cNvSpPr/>
          <p:nvPr/>
        </p:nvSpPr>
        <p:spPr>
          <a:xfrm>
            <a:off x="3355848" y="4709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Proxy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779008" y="470916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6163056" y="4709160"/>
            <a:ext cx="242316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5" name="Text 29"/>
          <p:cNvSpPr/>
          <p:nvPr/>
        </p:nvSpPr>
        <p:spPr>
          <a:xfrm>
            <a:off x="6163056" y="4709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586216" y="470916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8970264" y="4709160"/>
            <a:ext cx="242316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38" name="Text 32"/>
          <p:cNvSpPr/>
          <p:nvPr/>
        </p:nvSpPr>
        <p:spPr>
          <a:xfrm>
            <a:off x="8970264" y="4709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at login travels as an Authorization header on every protected request; Spring Security validates it before any controller runs.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MongoDB collections, matching the brief’s required User / Main-Entity / Transaction-Entity pattern.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D:\Documents\Github\clinic-appointment-system\docs\presentation/us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1227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848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(unique, indexed)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 (BCrypt)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 | PATIENT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94760" y="182880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057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D:\Documents\Github\clinic-appointment-system\docs\presentation/clipbo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40" y="212278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0848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ClinicService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27432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(indexed for search)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durationMinutes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(soft-delete flag)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98080" y="182880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955280" y="182880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D:\Documents\Github\clinic-appointment-system\docs\presentation/calend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260" y="212278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23960" y="20848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29600" y="27432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patientId, serviceId (indexed)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appointmentDateTime (indexed)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| CONFIRMED | CANCELLED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A2027"/>
          </a:solidFill>
          <a:ln/>
        </p:spPr>
      </p:sp>
      <p:sp>
        <p:nvSpPr>
          <p:cNvPr id="22" name="Shape 17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D:\Documents\Github\clinic-appointment-system\docs\presentation/search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5243627"/>
            <a:ext cx="439826" cy="439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0292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choice worth explaining:  </a:t>
            </a:r>
            <a:pPr indent="0" marL="0">
              <a:buNone/>
            </a:pPr>
            <a:r>
              <a:rPr lang="en-US" sz="11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@Indexed(unique = true) on User.email enforces "email must be unique" at the database layer, not just in application code — and appointmentDateTime is indexed since it’s the field the double-booking check queries on every single booking attempt.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User Flow — Patient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210312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41348" y="1847088"/>
            <a:ext cx="512064" cy="51206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134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3162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D:\Documents\Github\clinic-appointment-system\docs\presentation/us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718" y="26096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issued, role = PATIENT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08960" y="2103120"/>
            <a:ext cx="502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611880" y="210312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7428" y="1847088"/>
            <a:ext cx="512064" cy="51206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742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5770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D:\Documents\Github\clinic-appointment-system\docs\presentation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798" y="2609698"/>
            <a:ext cx="541325" cy="5413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Services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74904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sort, paginate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35040" y="2103120"/>
            <a:ext cx="502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537960" y="210312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3508" y="1847088"/>
            <a:ext cx="512064" cy="51206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9350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38378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D:\Documents\Github\clinic-appointment-system\docs\presentation/calend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878" y="2609698"/>
            <a:ext cx="541325" cy="5413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512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67512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961120" y="2103120"/>
            <a:ext cx="502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464040" y="210312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419588" y="1847088"/>
            <a:ext cx="512064" cy="51206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41958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1030986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D:\Documents\Github\clinic-appointment-system\docs\presentation/clipboar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4958" y="2609698"/>
            <a:ext cx="541325" cy="5413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6012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60120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cancel own records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8580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follow the same login, then land on a role-aware Dashboard instead of the services list.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Functionality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5400000">
              <a:srgbClr val="9BB8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D:\Documents\Github\clinic-appointment-system\docs\presentation/admi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3245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28800" y="198424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stats: active/inactive services, appointment status breakdown, upcoming count, most-booked services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5400000">
              <a:srgbClr val="9BB8B5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337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D:\Documents\Github\clinic-appointment-system\docs\presentation/clipbo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343265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Services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828800" y="358444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deactivate (soft-delete), and permanently delete inactive services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5400000">
              <a:srgbClr val="9BB8B5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937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D:\Documents\Github\clinic-appointment-system\docs\presentation/calend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503285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Appointments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28800" y="518464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every patient’s bookings, filter by status, confirm or cancel any record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— Server-Enforced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checked in AppointmentService before a booking is saved — never trusted from the frontend alone.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86000"/>
            <a:ext cx="731520" cy="73152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6" name="Image 0" descr="D:\Documents\Github\clinic-appointment-system\docs\presentation/ba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478" y="238109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+ exact date/time combo can only have one non-cancelled appointment. Cancelling frees the slot.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2140" y="2286000"/>
            <a:ext cx="731520" cy="73152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11" name="Image 1" descr="D:\Documents\Github\clinic-appointment-system\docs\presentation/ba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238" y="238109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Past-Date Bookings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3749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twice: @Future validation on the DTO, and a server-side re-check in the service layer.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286000"/>
            <a:ext cx="731520" cy="73152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16" name="Image 2" descr="D:\Documents\Github\clinic-appointment-system\docs\presentation/b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998" y="238109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Booking Inactive Services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3749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deactivated service immediately stops being bookable, even if the frontend still shows it briefly.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Protected Routes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(email + password)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2585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verified → token signed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82549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client-side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3924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Bearer header on every request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(double-enforced)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91640"/>
          <a:ext cx="5760720" cy="2834640"/>
        </p:xfrm>
        <a:graphic>
          <a:graphicData uri="http://schemas.openxmlformats.org/drawingml/2006/table">
            <a:tbl>
              <a:tblPr/>
              <a:tblGrid>
                <a:gridCol w="3108960"/>
                <a:gridCol w="1325880"/>
                <a:gridCol w="132588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an 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own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D6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services (CRUD)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D6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admin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D6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A2027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0" descr="D:\Documents\Github\clinic-appointment-system\docs\presentation/loc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5203850"/>
            <a:ext cx="473659" cy="47365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45920" y="4983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not one:  </a:t>
            </a:r>
            <a:pPr indent="0" marL="0">
              <a:buNone/>
            </a:pPr>
            <a:r>
              <a:rPr lang="en-US" sz="11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React’s ProtectedRoute/AdminRoute hide nav links and redirect — but the real gate is SecurityConfig on the backend (hasRole("ADMIN")), so a patient can never reach admin data just by guessing a URL.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Search, Filter, Sort &amp; Pagination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on every listing endpoint — built once as a shared pattern, reused across Services and Appointments.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D:\Documents\Github\clinic-appointment-system\docs\presentation/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21863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"q" keyword, case-insensitive regex match on service name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3108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D:\Documents\Github\clinic-appointment-system\docs\presentation/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318" y="218633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834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38728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active/inactive (services) or status (appointments)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0316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D:\Documents\Github\clinic-appointment-system\docs\presentation/ch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26" y="218633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834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45936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fields only — blocks arbitrary/unsafe sort input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70264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5400000">
              <a:srgbClr val="9BB8B5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07524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D:\Documents\Github\clinic-appointment-system\docs\presentation/clipboar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734" y="218633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834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53144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+ size params, returned as a consistent PagedResponse&lt;T&gt;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A2027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/api/services?q=Consult&amp;active=true&amp;sortBy=name&amp;direction=asc&amp;page=0&amp;size=5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68680" y="4846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query, four requirements satisfied at once — built with MongoTemplate + dynamic Criteria, not four separate endpoints.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Aggregation &amp; Reporting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true aggregation pipeline in the app — "Most Booked Services" on the admin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3794760"/>
          </a:xfrm>
          <a:prstGeom prst="roundRect">
            <a:avLst>
              <a:gd name="adj" fmla="val 2410"/>
            </a:avLst>
          </a:prstGeom>
          <a:solidFill>
            <a:srgbClr val="0A20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394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db.appointments.aggregate([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_id: "$serviceName",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count: { $sum: 1 } }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$project: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count: 1,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serviceName: "$_id" }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$sort: { count: -1 }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$limit: 5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D:\Documents\Github\clinic-appointment-system\docs\presentation/cha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220" y="184846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755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20391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every appointment by serviceName, counting how many fall in each group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2743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D:\Documents\Github\clinic-appointment-system\docs\presentation/ch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220" y="28085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715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06640" y="2999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Mongo’s default _id back to serviceName for the response DTO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720840" y="3703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D:\Documents\Github\clinic-appointment-system\docs\presentation/ch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0" y="376870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06640" y="3675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$sort / $limit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40664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count first, keep only the top 5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720840" y="4709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already used in Day 10’s </a:t>
            </a:r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TicketReportService</a:t>
            </a:r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group / project / sort by a field, reapplied here to the clinic domain.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How They Were Solved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4" name="Image 0" descr="D:\Documents\Github\clinic-appointment-system\docs\presentation/bu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347" y="1494587"/>
            <a:ext cx="439826" cy="439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990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4.x moved the MongoDB connection property to spring.mongodb.uri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508760" y="19476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it by extracting the built JAR’s dependency metadata to find the real property the MongoClient bean actually reads.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594360" cy="59436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8" name="Image 1" descr="D:\Documents\Github\clinic-appointment-system\docs\presentation/bu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47" y="2911907"/>
            <a:ext cx="439826" cy="439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8163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couldn’t open the DNS SRV lookup for mongodb+srv:// locally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508760" y="33649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Atlas’s standard connection string (explicit shard hosts), which skips the SRV/TXT DNS step entirely.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4251960"/>
            <a:ext cx="594360" cy="594360"/>
          </a:xfrm>
          <a:prstGeom prst="ellipse">
            <a:avLst/>
          </a:prstGeom>
          <a:solidFill>
            <a:srgbClr val="C2453D"/>
          </a:solidFill>
          <a:ln/>
        </p:spPr>
      </p:sp>
      <p:pic>
        <p:nvPicPr>
          <p:cNvPr id="12" name="Image 2" descr="D:\Documents\Github\clinic-appointment-system\docs\presentation/bu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7" y="4329227"/>
            <a:ext cx="439826" cy="4398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2336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running backend silently served 404s for brand-new endpoints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508760" y="47823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that a running JVM doesn’t hot-reload new classes — always fully stop and restart after adding a controller.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Appointment System  ·  Capstone Presentation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206240" cy="42062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8288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D:\Documents\Github\clinic-appointment-system\docs\presentation/chec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95955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 →  Admin flow  →  Dashboard  →  Q&amp;A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394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2026-08-22T07:25:22Z</dcterms:created>
  <dcterms:modified xsi:type="dcterms:W3CDTF">2026-08-22T07:25:22Z</dcterms:modified>
</cp:coreProperties>
</file>